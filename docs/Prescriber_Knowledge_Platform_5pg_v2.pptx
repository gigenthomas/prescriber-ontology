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93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genthomas/prescriber-ontolog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10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gigenthomas/prescriber-ontology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93545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· 2026 ·POC</a:t>
            </a:r>
          </a:p>
        </p:txBody>
      </p:sp>
      <p:sp>
        <p:nvSpPr>
          <p:cNvPr id="4" name="Text 2"/>
          <p:cNvSpPr/>
          <p:nvPr/>
        </p:nvSpPr>
        <p:spPr>
          <a:xfrm>
            <a:off x="768818" y="1539452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using Prescriber Data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20691" y="2742901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natural-language assistant for Medicare Part D prescribing data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sematic data layer for the agent ecosystem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open-source prescriber data published by the Centers for Medicare &amp; Medicaid Services (CMS)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114,815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9450" y="5320361"/>
            <a:ext cx="13246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2808" y="5320361"/>
            <a:ext cx="1457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× 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3093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× dimensions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0525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tools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656043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end-to-end on real public data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6074747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32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3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E390CD-8495-D1CE-D935-97501F6A0724}"/>
              </a:ext>
            </a:extLst>
          </p:cNvPr>
          <p:cNvSpPr txBox="1"/>
          <p:nvPr/>
        </p:nvSpPr>
        <p:spPr>
          <a:xfrm>
            <a:off x="3383280" y="925257"/>
            <a:ext cx="396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Concept to code &gt;&gt; Shipped in a day  !!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78EF22-6AF2-7862-5BF6-C30E8BCE6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098" y="5256793"/>
            <a:ext cx="2016312" cy="13467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prescribing behavior. Get audited, sourced answers — across data that is both typed and networked.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299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questions, real answers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265176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26974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specialties generate the most drug spend in California?”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65760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prescribes the most Eliquis, and where do they practice?”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68680" y="466344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Cardiology prescribe most often?”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92240" y="20345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144268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7804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178040" y="2286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unusual prescribing patterns by specialty or geography.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309360" y="2907792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92240" y="311353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3223260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78040" y="3044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7178040" y="33649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prescribers for a given drug or therapy class.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3986784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492240" y="4192524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302252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7804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178040" y="44439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specialties or geographies by drug spend.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309360" y="5065776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92240" y="5271516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5381244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178040" y="5202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analysis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7178040" y="55229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prescribers with similar co-prescribing profiles.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application loop, a Claude model picking from named tools, and two databases playing different roles.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chat UI (HTMX, single page)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2514600"/>
            <a:ext cx="7315200" cy="960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06040" y="2606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application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2971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requests · maintains per-session conversation · runs the LLM agent loop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2240280"/>
            <a:ext cx="0" cy="274320"/>
          </a:xfrm>
          <a:prstGeom prst="line">
            <a:avLst/>
          </a:prstGeom>
          <a:noFill/>
          <a:ln w="19050">
            <a:solidFill>
              <a:srgbClr val="5C73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3520440" cy="192024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35204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(Sonnet 4.6)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tool to call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writes raw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Self-describing schema on demand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205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20540" y="3703320"/>
            <a:ext cx="352044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48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48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system of record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948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114k entities · 2.68M relations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on every fact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 + vector search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924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703320"/>
            <a:ext cx="352044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667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QUERIES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graph projection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667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entities as nodes &amp; edges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&amp; similarity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Rebuildable in ~5 min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897880"/>
            <a:ext cx="320040" cy="3200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43000" y="5806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boundary: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picks from 9 pre-built tools — no SQL injection vector, no runaway queries, every call vetted in advance.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feature groups shipped end-to-end. Eight pillars below — each with what it enables.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data foundation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(typed canonical) + Neo4j (graph projection). One docker-compose. Provenance on every fact.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456432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85032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0299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85032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semantic layer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685032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metrics × 7 dimensions in YAML, compiled to Cypher on the fly. Compiled query returned with results.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364224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592824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552" y="2029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92824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layer (writes)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592824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unflag, watchlist, note. Type-checked, transactional, append-only audit. Per-action MCP tools auto-generated.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9272016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500616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029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00616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500616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UUID per action — safe at-least-once retry. Replay returns the prior invocation, no double-apply.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48640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77240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1480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Postgres → Neo4j sync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77240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+ LISTEN/NOTIFY consumer. ~1 sec latency after any write. Kafka-shaped for future scale.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456432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3685032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760" y="411480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85032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+ lineage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685032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logged with timing &amp; status. Every entity traceable to its pipeline run or action.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6364224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6592824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2552" y="4114800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592824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592824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binary, two modes. The chatbot's full tool surface is reachable by Claude Desktop, Claude Code, internal agents.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9272016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9500616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0344" y="4114800"/>
            <a:ext cx="329184" cy="3291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500616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500616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+ 1,536-dim OpenAI embeddings. search_entities exposes 'trigram' or 'semantic' mode — same tool, two engines.</a:t>
            </a:r>
            <a:endParaRPr lang="en-US" sz="950" dirty="0"/>
          </a:p>
        </p:txBody>
      </p:sp>
      <p:sp>
        <p:nvSpPr>
          <p:cNvPr id="44" name="Shape 34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5"/>
          <p:cNvSpPr/>
          <p:nvPr/>
        </p:nvSpPr>
        <p:spPr>
          <a:xfrm>
            <a:off x="73152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shipped: 13/13 cross-store verification · actions audit UI · telemetry UI · lineage UI · ingest pipeline at 40k rows/sec · Anthropic prompt caching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 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GOING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primary consumer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building a chatbot with a database behind it. We are building a data layer designed for AI agents — with one chatbot as the first reference consumer.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718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834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83080" y="3200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ties back to public CMS records.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895344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22960" y="3895344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169664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403250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43982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logged for compliance and review.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5093208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22960" y="5093208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536752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83080" y="52303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83080" y="5596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through approved tools only — no surprises, no shortcuts.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937760" y="2697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agents do ? 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4937760" y="3154680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102352" y="327355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102352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715000" y="3154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business questions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001000" y="31546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answer plain-English questions about prescribers, drugs, specialties, and spend — and show the work behind every answer.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4937760" y="3913632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5102352" y="403250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5102352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3913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vague descriptions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001000" y="3913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turn casual phrasing like “the cardiologist in SF who prescribes statins” into the exact provider — no manual lookup, no guesswork.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4937760" y="4672584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5102352" y="4791456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5102352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5715000" y="467258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findings</a:t>
            </a:r>
          </a:p>
        </p:txBody>
      </p:sp>
      <p:sp>
        <p:nvSpPr>
          <p:cNvPr id="36" name="Text 31"/>
          <p:cNvSpPr/>
          <p:nvPr/>
        </p:nvSpPr>
        <p:spPr>
          <a:xfrm>
            <a:off x="8001000" y="467258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flag providers, build watchlists, and leave notes — every action is logged and safe to repeat.</a:t>
            </a:r>
          </a:p>
        </p:txBody>
      </p:sp>
      <p:sp>
        <p:nvSpPr>
          <p:cNvPr id="37" name="Shape 32"/>
          <p:cNvSpPr/>
          <p:nvPr/>
        </p:nvSpPr>
        <p:spPr>
          <a:xfrm>
            <a:off x="4937760" y="5431536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5102352" y="5550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102352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5715000" y="54315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any answer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8001000" y="543153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provider or fact, agents can show where the data came from, who reviewed it, and what changed — an instant audit trail.</a:t>
            </a:r>
          </a:p>
        </p:txBody>
      </p:sp>
      <p:sp>
        <p:nvSpPr>
          <p:cNvPr id="42" name="Text 37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0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A2A2F"/>
                </a:solidFill>
                <a:latin typeface="Calibri"/>
              </a:rPr>
              <a:t>Agents on the semantic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7373"/>
                </a:solidFill>
                <a:latin typeface="Calibri"/>
              </a:rPr>
              <a:t>How autonomous agents drive the semantic layer — ask, act, and audit through one bounded tool surface.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Operator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768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77680" y="1640000"/>
            <a:ext cx="266904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768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2C39A"/>
                </a:solidFill>
                <a:latin typeface="Calibri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768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Developer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672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06720" y="1640000"/>
            <a:ext cx="266904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672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0A896"/>
                </a:solidFill>
                <a:latin typeface="Calibri"/>
              </a:rPr>
              <a:t>INTERNAL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72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Scheduled &amp; headless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3576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3576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576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CHATBOT (HTMX UI)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576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Reference consumer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20000"/>
            <a:ext cx="11156160" cy="66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2620000"/>
            <a:ext cx="11156160" cy="7315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640" y="2760000"/>
            <a:ext cx="10596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00" b="1" dirty="0">
                <a:solidFill>
                  <a:srgbClr val="028090"/>
                </a:solidFill>
                <a:latin typeface="Calibri"/>
              </a:rPr>
              <a:t>SEMANTIC LAYER - </a:t>
            </a:r>
            <a:r>
              <a:rPr sz="1000" b="1" dirty="0">
                <a:solidFill>
                  <a:srgbClr val="028090"/>
                </a:solidFill>
                <a:latin typeface="Calibri"/>
              </a:rPr>
              <a:t> same surface for chatbot and external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40" y="300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query_metric   ·   search_entities   ·   entity_lineage   ·   graph_query   ·   describe_schema   ·   flag   ·   unflag   ·   watchlist   ·   note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8316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81316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71220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464220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754124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47124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037028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>
            <a:off x="1030028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3480000"/>
            <a:ext cx="11156160" cy="114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480000"/>
            <a:ext cx="1115616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640" y="366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YAML DEFINITIONS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13 metrics  ×  7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40" y="4280000"/>
            <a:ext cx="46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One file. Versioned. Reviewed like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640" y="3660000"/>
            <a:ext cx="24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COMPILES 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8640" y="3950000"/>
            <a:ext cx="24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SQL  +  Cypher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8640" y="428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No raw queries from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8640" y="3660000"/>
            <a:ext cx="37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RETURNS TO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8640" y="3950000"/>
            <a:ext cx="37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answer  +  query  +  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8640" y="4280000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Audited, sourced, replayable.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720" y="3280000"/>
            <a:ext cx="0" cy="140000"/>
          </a:xfrm>
          <a:prstGeom prst="line">
            <a:avLst/>
          </a:prstGeom>
          <a:ln w="15875">
            <a:solidFill>
              <a:srgbClr val="02C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>
            <a:off x="6056720" y="3370000"/>
            <a:ext cx="140000" cy="110000"/>
          </a:xfrm>
          <a:prstGeom prst="triangl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864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POSTGRES  ·  typed canonical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4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114k entities  ·  2.68M relations  ·  provenance + pgvector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672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6672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4672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NEO4J  ·  graph projection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72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multi-hop  ·  similarity queries  ·  ~1s outbox-synced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26768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>
            <a:off x="319768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898576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>
            <a:off x="891576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28090"/>
                </a:solidFill>
                <a:latin typeface="Calibri"/>
              </a:rPr>
              <a:t>Why this shape: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A2E2E"/>
                </a:solidFill>
                <a:latin typeface="Calibri"/>
              </a:rPr>
              <a:t>Agents never touch SQL or Cypher. They compose tools — the semantic layer compiles, executes, and returns answers with the query and sources attached.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C73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28090"/>
                </a:solidFill>
                <a:latin typeface="Calibri"/>
              </a:rP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16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A2A2F"/>
                </a:solidFill>
                <a:latin typeface="Calibri"/>
              </a:rPr>
              <a:t>Maps to Palantir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17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C7373"/>
                </a:solidFill>
                <a:latin typeface="Calibri"/>
              </a:rPr>
              <a:t>Same architectural pattern as Palantir Foundry + AIP — translated to open data and a self-hosted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00000"/>
            <a:ext cx="11104560" cy="420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2000000"/>
            <a:ext cx="218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8640" y="2000000"/>
            <a:ext cx="413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PALANTIR  ·  FOUNDRY + AIP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8640" y="2000000"/>
            <a:ext cx="413456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THIS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8640" y="24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Semantic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8640" y="25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Ontology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640" y="27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objects · links · properties + kinetic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98640" y="24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8640" y="2540000"/>
            <a:ext cx="3934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Semantic layer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8640" y="2790000"/>
            <a:ext cx="3934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00" dirty="0">
                <a:solidFill>
                  <a:srgbClr val="B8D4D4"/>
                </a:solidFill>
                <a:latin typeface="Calibri"/>
              </a:rPr>
              <a:t>graph projections  and relationships</a:t>
            </a:r>
            <a:endParaRPr sz="1000" b="0" i="0" dirty="0">
              <a:solidFill>
                <a:srgbClr val="B8D4D4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30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8640" y="30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Data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8640" y="30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Foundry data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8640" y="33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 store + graph backing, governed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8640" y="30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8640" y="30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Postgres + Neo4j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8640" y="33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 canonical + graph projection, ~1s synced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640" y="35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Writes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8640" y="36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8640" y="38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typed, transactional, audited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8640" y="35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18640" y="36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8640" y="38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flag · watchlist · note · append-only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640" y="41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AI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8640" y="41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AIP Logic + AIP Agents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8640" y="44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LLM orchestration, agent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8640" y="41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18640" y="41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Claude + MCP tools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8640" y="44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9 named tools, no raw queries from the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8640" y="46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Lineage +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8640" y="47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Workflow Lineage, audit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8640" y="49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every change traceable, replayable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8640" y="46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18640" y="47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entity_lineage + telemetry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8640" y="49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provenance on every fact, every tool call logged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8640" y="52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Consumer surfaces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68640" y="52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Workshop, AIP Chatbot Studio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8640" y="55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low-code apps + assistants on the ontology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98640" y="52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18640" y="52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HTMX chatbot + MCP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8640" y="55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any agent (Claude Desktop, Code, internal) can connect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If you know Palantir: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A2E2E"/>
                </a:solidFill>
                <a:latin typeface="Calibri"/>
              </a:rPr>
              <a:t>you already know this shape. Same separation of ontology, actions, and agents — running on public data, self-hosted, in a single docker-compose.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C73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1172</Words>
  <Application>Microsoft Office PowerPoint</Application>
  <PresentationFormat>Widescreen</PresentationFormat>
  <Paragraphs>175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Prescriber Knowledge Platform — Executive Brief (5-page)</dc:title>
  <dc:subject>PptxGenJS Presentation</dc:subject>
  <dc:creator>Prescriber Knowledge Platform</dc:creator>
  <cp:lastModifiedBy>Gigen Thomas</cp:lastModifiedBy>
  <cp:revision>11</cp:revision>
  <dcterms:created xsi:type="dcterms:W3CDTF">2026-05-17T06:28:55Z</dcterms:created>
  <dcterms:modified xsi:type="dcterms:W3CDTF">2026-05-17T18:14:04Z</dcterms:modified>
</cp:coreProperties>
</file>